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57" r:id="rId4"/>
    <p:sldId id="259" r:id="rId5"/>
    <p:sldId id="258"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E237BF-BCEA-7149-7A4D-DDF609D59BF1}" v="1501" dt="2026-10-20T09:08:38.958"/>
    <p1510:client id="{8C150CFC-2B0C-4E10-BEA6-DA07368A33FB}" v="770" dt="2026-10-19T17:43:07.0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vanaugh, Kaiden" userId="S::kavanaughk@students.westerntc.edu::d60ae274-b70d-4ad1-ab66-7f359afa5f60" providerId="AD" clId="Web-{0DE237BF-BCEA-7149-7A4D-DDF609D59BF1}"/>
    <pc:docChg chg="addSld modSld sldOrd">
      <pc:chgData name="Kavanaugh, Kaiden" userId="S::kavanaughk@students.westerntc.edu::d60ae274-b70d-4ad1-ab66-7f359afa5f60" providerId="AD" clId="Web-{0DE237BF-BCEA-7149-7A4D-DDF609D59BF1}" dt="2026-10-20T09:08:38.958" v="1431" actId="20577"/>
      <pc:docMkLst>
        <pc:docMk/>
      </pc:docMkLst>
      <pc:sldChg chg="addSp modSp mod setBg">
        <pc:chgData name="Kavanaugh, Kaiden" userId="S::kavanaughk@students.westerntc.edu::d60ae274-b70d-4ad1-ab66-7f359afa5f60" providerId="AD" clId="Web-{0DE237BF-BCEA-7149-7A4D-DDF609D59BF1}" dt="2026-10-20T09:02:57.992" v="1376"/>
        <pc:sldMkLst>
          <pc:docMk/>
          <pc:sldMk cId="3254271770" sldId="257"/>
        </pc:sldMkLst>
        <pc:spChg chg="mod">
          <ac:chgData name="Kavanaugh, Kaiden" userId="S::kavanaughk@students.westerntc.edu::d60ae274-b70d-4ad1-ab66-7f359afa5f60" providerId="AD" clId="Web-{0DE237BF-BCEA-7149-7A4D-DDF609D59BF1}" dt="2026-10-20T08:56:04.059" v="891" actId="20577"/>
          <ac:spMkLst>
            <pc:docMk/>
            <pc:sldMk cId="3254271770" sldId="257"/>
            <ac:spMk id="2" creationId="{465F24A5-A8BA-E997-47AA-5468D0C9EFDD}"/>
          </ac:spMkLst>
        </pc:spChg>
        <pc:spChg chg="mod">
          <ac:chgData name="Kavanaugh, Kaiden" userId="S::kavanaughk@students.westerntc.edu::d60ae274-b70d-4ad1-ab66-7f359afa5f60" providerId="AD" clId="Web-{0DE237BF-BCEA-7149-7A4D-DDF609D59BF1}" dt="2026-10-20T09:00:13.496" v="1343" actId="14100"/>
          <ac:spMkLst>
            <pc:docMk/>
            <pc:sldMk cId="3254271770" sldId="257"/>
            <ac:spMk id="3" creationId="{912B111D-FF0E-1B76-F5BE-6A20E8A58261}"/>
          </ac:spMkLst>
        </pc:spChg>
        <pc:spChg chg="add mod">
          <ac:chgData name="Kavanaugh, Kaiden" userId="S::kavanaughk@students.westerntc.edu::d60ae274-b70d-4ad1-ab66-7f359afa5f60" providerId="AD" clId="Web-{0DE237BF-BCEA-7149-7A4D-DDF609D59BF1}" dt="2026-10-20T09:01:30.123" v="1358" actId="20577"/>
          <ac:spMkLst>
            <pc:docMk/>
            <pc:sldMk cId="3254271770" sldId="257"/>
            <ac:spMk id="5" creationId="{0242AE5A-8395-827D-CC24-2CEA11A93D88}"/>
          </ac:spMkLst>
        </pc:spChg>
        <pc:picChg chg="add mod">
          <ac:chgData name="Kavanaugh, Kaiden" userId="S::kavanaughk@students.westerntc.edu::d60ae274-b70d-4ad1-ab66-7f359afa5f60" providerId="AD" clId="Web-{0DE237BF-BCEA-7149-7A4D-DDF609D59BF1}" dt="2026-10-20T09:01:06.435" v="1348" actId="14100"/>
          <ac:picMkLst>
            <pc:docMk/>
            <pc:sldMk cId="3254271770" sldId="257"/>
            <ac:picMk id="4" creationId="{243B8D71-0F39-BB39-2B96-9BDDE69CC71E}"/>
          </ac:picMkLst>
        </pc:picChg>
      </pc:sldChg>
      <pc:sldChg chg="modSp mod setBg">
        <pc:chgData name="Kavanaugh, Kaiden" userId="S::kavanaughk@students.westerntc.edu::d60ae274-b70d-4ad1-ab66-7f359afa5f60" providerId="AD" clId="Web-{0DE237BF-BCEA-7149-7A4D-DDF609D59BF1}" dt="2026-10-20T09:07:41.518" v="1414" actId="20577"/>
        <pc:sldMkLst>
          <pc:docMk/>
          <pc:sldMk cId="3984481707" sldId="258"/>
        </pc:sldMkLst>
        <pc:spChg chg="mod">
          <ac:chgData name="Kavanaugh, Kaiden" userId="S::kavanaughk@students.westerntc.edu::d60ae274-b70d-4ad1-ab66-7f359afa5f60" providerId="AD" clId="Web-{0DE237BF-BCEA-7149-7A4D-DDF609D59BF1}" dt="2026-10-20T09:07:41.518" v="1414" actId="20577"/>
          <ac:spMkLst>
            <pc:docMk/>
            <pc:sldMk cId="3984481707" sldId="258"/>
            <ac:spMk id="3" creationId="{F6FE3E59-D58B-5480-4437-7B089105C6CE}"/>
          </ac:spMkLst>
        </pc:spChg>
      </pc:sldChg>
      <pc:sldChg chg="addSp delSp modSp">
        <pc:chgData name="Kavanaugh, Kaiden" userId="S::kavanaughk@students.westerntc.edu::d60ae274-b70d-4ad1-ab66-7f359afa5f60" providerId="AD" clId="Web-{0DE237BF-BCEA-7149-7A4D-DDF609D59BF1}" dt="2026-10-20T08:08:01.413" v="37"/>
        <pc:sldMkLst>
          <pc:docMk/>
          <pc:sldMk cId="3370694037" sldId="259"/>
        </pc:sldMkLst>
        <pc:spChg chg="add del mod">
          <ac:chgData name="Kavanaugh, Kaiden" userId="S::kavanaughk@students.westerntc.edu::d60ae274-b70d-4ad1-ab66-7f359afa5f60" providerId="AD" clId="Web-{0DE237BF-BCEA-7149-7A4D-DDF609D59BF1}" dt="2026-10-20T08:08:01.413" v="37"/>
          <ac:spMkLst>
            <pc:docMk/>
            <pc:sldMk cId="3370694037" sldId="259"/>
            <ac:spMk id="2" creationId="{729070D3-09DF-2624-C98B-5FF12C95EEF2}"/>
          </ac:spMkLst>
        </pc:spChg>
      </pc:sldChg>
      <pc:sldChg chg="addSp modSp add replId">
        <pc:chgData name="Kavanaugh, Kaiden" userId="S::kavanaughk@students.westerntc.edu::d60ae274-b70d-4ad1-ab66-7f359afa5f60" providerId="AD" clId="Web-{0DE237BF-BCEA-7149-7A4D-DDF609D59BF1}" dt="2026-10-20T08:44:21.909" v="778" actId="20577"/>
        <pc:sldMkLst>
          <pc:docMk/>
          <pc:sldMk cId="637039906" sldId="260"/>
        </pc:sldMkLst>
        <pc:spChg chg="mod">
          <ac:chgData name="Kavanaugh, Kaiden" userId="S::kavanaughk@students.westerntc.edu::d60ae274-b70d-4ad1-ab66-7f359afa5f60" providerId="AD" clId="Web-{0DE237BF-BCEA-7149-7A4D-DDF609D59BF1}" dt="2026-10-20T08:30:43.598" v="143" actId="20577"/>
          <ac:spMkLst>
            <pc:docMk/>
            <pc:sldMk cId="637039906" sldId="260"/>
            <ac:spMk id="2" creationId="{48A7DFAB-1ED2-FD44-4CCE-EC89F87157FA}"/>
          </ac:spMkLst>
        </pc:spChg>
        <pc:spChg chg="mod">
          <ac:chgData name="Kavanaugh, Kaiden" userId="S::kavanaughk@students.westerntc.edu::d60ae274-b70d-4ad1-ab66-7f359afa5f60" providerId="AD" clId="Web-{0DE237BF-BCEA-7149-7A4D-DDF609D59BF1}" dt="2026-10-20T08:44:21.909" v="778" actId="20577"/>
          <ac:spMkLst>
            <pc:docMk/>
            <pc:sldMk cId="637039906" sldId="260"/>
            <ac:spMk id="3" creationId="{F84239B7-CCA5-60C9-24D5-7E99EE352EC7}"/>
          </ac:spMkLst>
        </pc:spChg>
        <pc:picChg chg="add mod">
          <ac:chgData name="Kavanaugh, Kaiden" userId="S::kavanaughk@students.westerntc.edu::d60ae274-b70d-4ad1-ab66-7f359afa5f60" providerId="AD" clId="Web-{0DE237BF-BCEA-7149-7A4D-DDF609D59BF1}" dt="2026-10-20T08:43:00.874" v="685" actId="1076"/>
          <ac:picMkLst>
            <pc:docMk/>
            <pc:sldMk cId="637039906" sldId="260"/>
            <ac:picMk id="4" creationId="{8A9A2327-75F5-E512-A512-67C83E740DE8}"/>
          </ac:picMkLst>
        </pc:picChg>
      </pc:sldChg>
      <pc:sldChg chg="addSp delSp modSp new mod setBg">
        <pc:chgData name="Kavanaugh, Kaiden" userId="S::kavanaughk@students.westerntc.edu::d60ae274-b70d-4ad1-ab66-7f359afa5f60" providerId="AD" clId="Web-{0DE237BF-BCEA-7149-7A4D-DDF609D59BF1}" dt="2026-10-20T09:08:38.958" v="1431" actId="20577"/>
        <pc:sldMkLst>
          <pc:docMk/>
          <pc:sldMk cId="1869258007" sldId="261"/>
        </pc:sldMkLst>
        <pc:spChg chg="del">
          <ac:chgData name="Kavanaugh, Kaiden" userId="S::kavanaughk@students.westerntc.edu::d60ae274-b70d-4ad1-ab66-7f359afa5f60" providerId="AD" clId="Web-{0DE237BF-BCEA-7149-7A4D-DDF609D59BF1}" dt="2026-10-20T08:48:04.120" v="783"/>
          <ac:spMkLst>
            <pc:docMk/>
            <pc:sldMk cId="1869258007" sldId="261"/>
            <ac:spMk id="2" creationId="{971C5732-A2CB-297B-8A48-247B76514008}"/>
          </ac:spMkLst>
        </pc:spChg>
        <pc:spChg chg="del mod">
          <ac:chgData name="Kavanaugh, Kaiden" userId="S::kavanaughk@students.westerntc.edu::d60ae274-b70d-4ad1-ab66-7f359afa5f60" providerId="AD" clId="Web-{0DE237BF-BCEA-7149-7A4D-DDF609D59BF1}" dt="2026-10-20T08:48:36.215" v="789"/>
          <ac:spMkLst>
            <pc:docMk/>
            <pc:sldMk cId="1869258007" sldId="261"/>
            <ac:spMk id="3" creationId="{6AF720A2-FED5-3D37-0E87-25E8ECDECC2F}"/>
          </ac:spMkLst>
        </pc:spChg>
        <pc:spChg chg="add del">
          <ac:chgData name="Kavanaugh, Kaiden" userId="S::kavanaughk@students.westerntc.edu::d60ae274-b70d-4ad1-ab66-7f359afa5f60" providerId="AD" clId="Web-{0DE237BF-BCEA-7149-7A4D-DDF609D59BF1}" dt="2026-10-20T08:48:16.339" v="787"/>
          <ac:spMkLst>
            <pc:docMk/>
            <pc:sldMk cId="1869258007" sldId="261"/>
            <ac:spMk id="4" creationId="{971C5732-A2CB-297B-8A48-247B76514008}"/>
          </ac:spMkLst>
        </pc:spChg>
        <pc:spChg chg="add">
          <ac:chgData name="Kavanaugh, Kaiden" userId="S::kavanaughk@students.westerntc.edu::d60ae274-b70d-4ad1-ab66-7f359afa5f60" providerId="AD" clId="Web-{0DE237BF-BCEA-7149-7A4D-DDF609D59BF1}" dt="2026-10-20T08:48:15.058" v="786"/>
          <ac:spMkLst>
            <pc:docMk/>
            <pc:sldMk cId="1869258007" sldId="261"/>
            <ac:spMk id="5" creationId="{B439AACA-450C-3869-C2AE-567CC68BDD17}"/>
          </ac:spMkLst>
        </pc:spChg>
        <pc:spChg chg="add">
          <ac:chgData name="Kavanaugh, Kaiden" userId="S::kavanaughk@students.westerntc.edu::d60ae274-b70d-4ad1-ab66-7f359afa5f60" providerId="AD" clId="Web-{0DE237BF-BCEA-7149-7A4D-DDF609D59BF1}" dt="2026-10-20T08:48:22.824" v="788"/>
          <ac:spMkLst>
            <pc:docMk/>
            <pc:sldMk cId="1869258007" sldId="261"/>
            <ac:spMk id="6" creationId="{971C5732-A2CB-297B-8A48-247B76514008}"/>
          </ac:spMkLst>
        </pc:spChg>
        <pc:spChg chg="add mod">
          <ac:chgData name="Kavanaugh, Kaiden" userId="S::kavanaughk@students.westerntc.edu::d60ae274-b70d-4ad1-ab66-7f359afa5f60" providerId="AD" clId="Web-{0DE237BF-BCEA-7149-7A4D-DDF609D59BF1}" dt="2026-10-20T08:49:38.405" v="806" actId="20577"/>
          <ac:spMkLst>
            <pc:docMk/>
            <pc:sldMk cId="1869258007" sldId="261"/>
            <ac:spMk id="8" creationId="{BC34F8FA-8D6A-C5D3-350C-7BE8A8D3571B}"/>
          </ac:spMkLst>
        </pc:spChg>
        <pc:spChg chg="add mod">
          <ac:chgData name="Kavanaugh, Kaiden" userId="S::kavanaughk@students.westerntc.edu::d60ae274-b70d-4ad1-ab66-7f359afa5f60" providerId="AD" clId="Web-{0DE237BF-BCEA-7149-7A4D-DDF609D59BF1}" dt="2026-10-20T09:08:38.958" v="1431" actId="20577"/>
          <ac:spMkLst>
            <pc:docMk/>
            <pc:sldMk cId="1869258007" sldId="261"/>
            <ac:spMk id="9" creationId="{776590B9-014A-AC96-BBC6-748DE928DEAF}"/>
          </ac:spMkLst>
        </pc:spChg>
        <pc:spChg chg="add mod">
          <ac:chgData name="Kavanaugh, Kaiden" userId="S::kavanaughk@students.westerntc.edu::d60ae274-b70d-4ad1-ab66-7f359afa5f60" providerId="AD" clId="Web-{0DE237BF-BCEA-7149-7A4D-DDF609D59BF1}" dt="2026-10-20T08:51:22.018" v="828" actId="1076"/>
          <ac:spMkLst>
            <pc:docMk/>
            <pc:sldMk cId="1869258007" sldId="261"/>
            <ac:spMk id="10" creationId="{92539AA6-D087-BA18-BAC7-B9AF3C710462}"/>
          </ac:spMkLst>
        </pc:spChg>
        <pc:picChg chg="add mod ord">
          <ac:chgData name="Kavanaugh, Kaiden" userId="S::kavanaughk@students.westerntc.edu::d60ae274-b70d-4ad1-ab66-7f359afa5f60" providerId="AD" clId="Web-{0DE237BF-BCEA-7149-7A4D-DDF609D59BF1}" dt="2026-10-20T08:48:52.075" v="794" actId="1076"/>
          <ac:picMkLst>
            <pc:docMk/>
            <pc:sldMk cId="1869258007" sldId="261"/>
            <ac:picMk id="7" creationId="{F160E814-E29A-2E37-2A22-507AF76E22E8}"/>
          </ac:picMkLst>
        </pc:picChg>
      </pc:sldChg>
      <pc:sldChg chg="modSp new mod setBg">
        <pc:chgData name="Kavanaugh, Kaiden" userId="S::kavanaughk@students.westerntc.edu::d60ae274-b70d-4ad1-ab66-7f359afa5f60" providerId="AD" clId="Web-{0DE237BF-BCEA-7149-7A4D-DDF609D59BF1}" dt="2026-10-20T09:02:06.922" v="1372" actId="20577"/>
        <pc:sldMkLst>
          <pc:docMk/>
          <pc:sldMk cId="4072702193" sldId="262"/>
        </pc:sldMkLst>
        <pc:spChg chg="mod">
          <ac:chgData name="Kavanaugh, Kaiden" userId="S::kavanaughk@students.westerntc.edu::d60ae274-b70d-4ad1-ab66-7f359afa5f60" providerId="AD" clId="Web-{0DE237BF-BCEA-7149-7A4D-DDF609D59BF1}" dt="2026-10-20T08:53:48.945" v="869" actId="20577"/>
          <ac:spMkLst>
            <pc:docMk/>
            <pc:sldMk cId="4072702193" sldId="262"/>
            <ac:spMk id="2" creationId="{0D6B097E-3507-0781-D36B-4EA0441DB81D}"/>
          </ac:spMkLst>
        </pc:spChg>
        <pc:spChg chg="mod">
          <ac:chgData name="Kavanaugh, Kaiden" userId="S::kavanaughk@students.westerntc.edu::d60ae274-b70d-4ad1-ab66-7f359afa5f60" providerId="AD" clId="Web-{0DE237BF-BCEA-7149-7A4D-DDF609D59BF1}" dt="2026-10-20T09:02:06.922" v="1372" actId="20577"/>
          <ac:spMkLst>
            <pc:docMk/>
            <pc:sldMk cId="4072702193" sldId="262"/>
            <ac:spMk id="3" creationId="{9783FA40-F627-ADEB-1EE0-A74E2F59983A}"/>
          </ac:spMkLst>
        </pc:spChg>
      </pc:sldChg>
      <pc:sldChg chg="modSp add ord replId">
        <pc:chgData name="Kavanaugh, Kaiden" userId="S::kavanaughk@students.westerntc.edu::d60ae274-b70d-4ad1-ab66-7f359afa5f60" providerId="AD" clId="Web-{0DE237BF-BCEA-7149-7A4D-DDF609D59BF1}" dt="2026-10-20T08:57:34.375" v="1079" actId="20577"/>
        <pc:sldMkLst>
          <pc:docMk/>
          <pc:sldMk cId="164960361" sldId="263"/>
        </pc:sldMkLst>
        <pc:spChg chg="mod">
          <ac:chgData name="Kavanaugh, Kaiden" userId="S::kavanaughk@students.westerntc.edu::d60ae274-b70d-4ad1-ab66-7f359afa5f60" providerId="AD" clId="Web-{0DE237BF-BCEA-7149-7A4D-DDF609D59BF1}" dt="2026-10-20T08:57:34.375" v="1079" actId="20577"/>
          <ac:spMkLst>
            <pc:docMk/>
            <pc:sldMk cId="164960361" sldId="263"/>
            <ac:spMk id="3" creationId="{924EFD0D-B3B4-609B-0C1F-3B8D861FB3E0}"/>
          </ac:spMkLst>
        </pc:spChg>
      </pc:sldChg>
    </pc:docChg>
  </pc:docChgLst>
  <pc:docChgLst>
    <pc:chgData name="Kavanaugh, Kaiden" userId="S::kavanaughk@students.westerntc.edu::d60ae274-b70d-4ad1-ab66-7f359afa5f60" providerId="AD" clId="Web-{8C150CFC-2B0C-4E10-BEA6-DA07368A33FB}"/>
    <pc:docChg chg="addSld modSld">
      <pc:chgData name="Kavanaugh, Kaiden" userId="S::kavanaughk@students.westerntc.edu::d60ae274-b70d-4ad1-ab66-7f359afa5f60" providerId="AD" clId="Web-{8C150CFC-2B0C-4E10-BEA6-DA07368A33FB}" dt="2026-10-19T17:43:07.046" v="768" actId="1076"/>
      <pc:docMkLst>
        <pc:docMk/>
      </pc:docMkLst>
      <pc:sldChg chg="modSp mod setBg">
        <pc:chgData name="Kavanaugh, Kaiden" userId="S::kavanaughk@students.westerntc.edu::d60ae274-b70d-4ad1-ab66-7f359afa5f60" providerId="AD" clId="Web-{8C150CFC-2B0C-4E10-BEA6-DA07368A33FB}" dt="2026-10-19T17:12:02.555" v="44" actId="1076"/>
        <pc:sldMkLst>
          <pc:docMk/>
          <pc:sldMk cId="109857222" sldId="256"/>
        </pc:sldMkLst>
        <pc:spChg chg="mod">
          <ac:chgData name="Kavanaugh, Kaiden" userId="S::kavanaughk@students.westerntc.edu::d60ae274-b70d-4ad1-ab66-7f359afa5f60" providerId="AD" clId="Web-{8C150CFC-2B0C-4E10-BEA6-DA07368A33FB}" dt="2026-10-19T17:11:18.946" v="38" actId="1076"/>
          <ac:spMkLst>
            <pc:docMk/>
            <pc:sldMk cId="109857222" sldId="256"/>
            <ac:spMk id="2" creationId="{00000000-0000-0000-0000-000000000000}"/>
          </ac:spMkLst>
        </pc:spChg>
        <pc:spChg chg="mod">
          <ac:chgData name="Kavanaugh, Kaiden" userId="S::kavanaughk@students.westerntc.edu::d60ae274-b70d-4ad1-ab66-7f359afa5f60" providerId="AD" clId="Web-{8C150CFC-2B0C-4E10-BEA6-DA07368A33FB}" dt="2026-10-19T17:12:02.555" v="44" actId="1076"/>
          <ac:spMkLst>
            <pc:docMk/>
            <pc:sldMk cId="109857222" sldId="256"/>
            <ac:spMk id="3" creationId="{00000000-0000-0000-0000-000000000000}"/>
          </ac:spMkLst>
        </pc:spChg>
      </pc:sldChg>
      <pc:sldChg chg="addSp delSp modSp new mod setBg">
        <pc:chgData name="Kavanaugh, Kaiden" userId="S::kavanaughk@students.westerntc.edu::d60ae274-b70d-4ad1-ab66-7f359afa5f60" providerId="AD" clId="Web-{8C150CFC-2B0C-4E10-BEA6-DA07368A33FB}" dt="2026-10-19T17:42:19.983" v="758"/>
        <pc:sldMkLst>
          <pc:docMk/>
          <pc:sldMk cId="3254271770" sldId="257"/>
        </pc:sldMkLst>
        <pc:spChg chg="mod">
          <ac:chgData name="Kavanaugh, Kaiden" userId="S::kavanaughk@students.westerntc.edu::d60ae274-b70d-4ad1-ab66-7f359afa5f60" providerId="AD" clId="Web-{8C150CFC-2B0C-4E10-BEA6-DA07368A33FB}" dt="2026-10-19T17:29:44.175" v="306" actId="20577"/>
          <ac:spMkLst>
            <pc:docMk/>
            <pc:sldMk cId="3254271770" sldId="257"/>
            <ac:spMk id="2" creationId="{465F24A5-A8BA-E997-47AA-5468D0C9EFDD}"/>
          </ac:spMkLst>
        </pc:spChg>
        <pc:spChg chg="mod">
          <ac:chgData name="Kavanaugh, Kaiden" userId="S::kavanaughk@students.westerntc.edu::d60ae274-b70d-4ad1-ab66-7f359afa5f60" providerId="AD" clId="Web-{8C150CFC-2B0C-4E10-BEA6-DA07368A33FB}" dt="2026-10-19T17:42:12.562" v="756" actId="14100"/>
          <ac:spMkLst>
            <pc:docMk/>
            <pc:sldMk cId="3254271770" sldId="257"/>
            <ac:spMk id="3" creationId="{912B111D-FF0E-1B76-F5BE-6A20E8A58261}"/>
          </ac:spMkLst>
        </pc:spChg>
        <pc:picChg chg="add del mod">
          <ac:chgData name="Kavanaugh, Kaiden" userId="S::kavanaughk@students.westerntc.edu::d60ae274-b70d-4ad1-ab66-7f359afa5f60" providerId="AD" clId="Web-{8C150CFC-2B0C-4E10-BEA6-DA07368A33FB}" dt="2026-10-19T17:42:19.983" v="758"/>
          <ac:picMkLst>
            <pc:docMk/>
            <pc:sldMk cId="3254271770" sldId="257"/>
            <ac:picMk id="4" creationId="{C72F9E8C-58F4-AAEE-FA66-C0AF351030CA}"/>
          </ac:picMkLst>
        </pc:picChg>
      </pc:sldChg>
      <pc:sldChg chg="modSp add replId">
        <pc:chgData name="Kavanaugh, Kaiden" userId="S::kavanaughk@students.westerntc.edu::d60ae274-b70d-4ad1-ab66-7f359afa5f60" providerId="AD" clId="Web-{8C150CFC-2B0C-4E10-BEA6-DA07368A33FB}" dt="2026-10-19T17:29:40.315" v="303" actId="20577"/>
        <pc:sldMkLst>
          <pc:docMk/>
          <pc:sldMk cId="3984481707" sldId="258"/>
        </pc:sldMkLst>
        <pc:spChg chg="mod">
          <ac:chgData name="Kavanaugh, Kaiden" userId="S::kavanaughk@students.westerntc.edu::d60ae274-b70d-4ad1-ab66-7f359afa5f60" providerId="AD" clId="Web-{8C150CFC-2B0C-4E10-BEA6-DA07368A33FB}" dt="2026-10-19T17:29:40.315" v="303" actId="20577"/>
          <ac:spMkLst>
            <pc:docMk/>
            <pc:sldMk cId="3984481707" sldId="258"/>
            <ac:spMk id="3" creationId="{F6FE3E59-D58B-5480-4437-7B089105C6CE}"/>
          </ac:spMkLst>
        </pc:spChg>
      </pc:sldChg>
      <pc:sldChg chg="addSp delSp modSp new">
        <pc:chgData name="Kavanaugh, Kaiden" userId="S::kavanaughk@students.westerntc.edu::d60ae274-b70d-4ad1-ab66-7f359afa5f60" providerId="AD" clId="Web-{8C150CFC-2B0C-4E10-BEA6-DA07368A33FB}" dt="2026-10-19T17:43:07.046" v="768" actId="1076"/>
        <pc:sldMkLst>
          <pc:docMk/>
          <pc:sldMk cId="3370694037" sldId="259"/>
        </pc:sldMkLst>
        <pc:spChg chg="del">
          <ac:chgData name="Kavanaugh, Kaiden" userId="S::kavanaughk@students.westerntc.edu::d60ae274-b70d-4ad1-ab66-7f359afa5f60" providerId="AD" clId="Web-{8C150CFC-2B0C-4E10-BEA6-DA07368A33FB}" dt="2026-10-19T17:42:35.202" v="761"/>
          <ac:spMkLst>
            <pc:docMk/>
            <pc:sldMk cId="3370694037" sldId="259"/>
            <ac:spMk id="2" creationId="{F244CC19-0281-A29B-3AD0-A5F3D45CD5E1}"/>
          </ac:spMkLst>
        </pc:spChg>
        <pc:spChg chg="del">
          <ac:chgData name="Kavanaugh, Kaiden" userId="S::kavanaughk@students.westerntc.edu::d60ae274-b70d-4ad1-ab66-7f359afa5f60" providerId="AD" clId="Web-{8C150CFC-2B0C-4E10-BEA6-DA07368A33FB}" dt="2026-10-19T17:42:33.530" v="760"/>
          <ac:spMkLst>
            <pc:docMk/>
            <pc:sldMk cId="3370694037" sldId="259"/>
            <ac:spMk id="3" creationId="{B92A9760-D60D-C100-B937-BE4EE593D367}"/>
          </ac:spMkLst>
        </pc:spChg>
        <pc:spChg chg="add">
          <ac:chgData name="Kavanaugh, Kaiden" userId="S::kavanaughk@students.westerntc.edu::d60ae274-b70d-4ad1-ab66-7f359afa5f60" providerId="AD" clId="Web-{8C150CFC-2B0C-4E10-BEA6-DA07368A33FB}" dt="2026-10-19T17:42:36.577" v="762"/>
          <ac:spMkLst>
            <pc:docMk/>
            <pc:sldMk cId="3370694037" sldId="259"/>
            <ac:spMk id="4" creationId="{F244CC19-0281-A29B-3AD0-A5F3D45CD5E1}"/>
          </ac:spMkLst>
        </pc:spChg>
        <pc:picChg chg="add mod">
          <ac:chgData name="Kavanaugh, Kaiden" userId="S::kavanaughk@students.westerntc.edu::d60ae274-b70d-4ad1-ab66-7f359afa5f60" providerId="AD" clId="Web-{8C150CFC-2B0C-4E10-BEA6-DA07368A33FB}" dt="2026-10-19T17:43:07.046" v="768" actId="1076"/>
          <ac:picMkLst>
            <pc:docMk/>
            <pc:sldMk cId="3370694037" sldId="259"/>
            <ac:picMk id="5" creationId="{884419D9-727F-C4E4-633F-39C321A7435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amazon.com/Epson-EpiqVision-Widescreen-Brightness-Entertainment/dp/B0BDQ84L6Z/ref=asc_df_B0BDQ84L6Z?tag=bingshoppinga-20&amp;linkCode=df0&amp;hvadid=80539436593441&amp;hvnetw=o&amp;hvqmt=e&amp;hvbmt=be&amp;hvdev=c&amp;hvlocint=&amp;hvlocphy=107125&amp;hvtargid=pla-4584138917585039&amp;hvocijid=9170723605834920026-B0BDQ84L6Z-&amp;hvexpln=0&amp;th=1" TargetMode="External"/><Relationship Id="rId2" Type="http://schemas.openxmlformats.org/officeDocument/2006/relationships/hyperlink" Target="https://www.amazon.com/Projector-Bluetooth5-4-180%C2%B0Rotatable-Compatible-Smartphone/dp/B0F5PLNK2L/ref=asc_df_B0F5PLNK2L?tag=bingshoppinga-20&amp;linkCode=df0&amp;hvadid=80539436593441&amp;hvnetw=o&amp;hvqmt=e&amp;hvbmt=be&amp;hvdev=c&amp;hvlocint=&amp;hvlocphy=107125&amp;hvtargid=pla-4584138915026575&amp;psc=1&amp;hvocijid=8482015476763527801-B0F5PLNK2L-&amp;hvexpln=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bluevoyant.com/knowledge-center/8-devastating-phishing-attack-examples-and-prevention-tips" TargetMode="External"/><Relationship Id="rId2" Type="http://schemas.openxmlformats.org/officeDocument/2006/relationships/hyperlink" Target="https://www.cloudflare.com/learning/access-management/phishing-attack/" TargetMode="External"/><Relationship Id="rId1" Type="http://schemas.openxmlformats.org/officeDocument/2006/relationships/slideLayout" Target="../slideLayouts/slideLayout2.xml"/><Relationship Id="rId5" Type="http://schemas.openxmlformats.org/officeDocument/2006/relationships/hyperlink" Target="https://www.malwarebytes.com/blog/threat-intel/2023/07/malicious-ad-for-usps-phishes-for-jpmorgan-chase-credentials" TargetMode="External"/><Relationship Id="rId4" Type="http://schemas.openxmlformats.org/officeDocument/2006/relationships/hyperlink" Target="https://coolbreeze.co.nz/hospital-server-ro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72837" y="-357982"/>
            <a:ext cx="9144000" cy="2387600"/>
          </a:xfrm>
        </p:spPr>
        <p:txBody>
          <a:bodyPr/>
          <a:lstStyle/>
          <a:p>
            <a:pPr algn="l"/>
            <a:r>
              <a:rPr lang="en-US" dirty="0">
                <a:solidFill>
                  <a:schemeClr val="bg1"/>
                </a:solidFill>
              </a:rPr>
              <a:t>The Dangers of Phishing</a:t>
            </a:r>
            <a:br>
              <a:rPr lang="en-US" dirty="0">
                <a:solidFill>
                  <a:schemeClr val="bg1"/>
                </a:solidFill>
              </a:rPr>
            </a:br>
            <a:r>
              <a:rPr lang="en-US">
                <a:solidFill>
                  <a:schemeClr val="bg1"/>
                </a:solidFill>
              </a:rPr>
              <a:t>and How to Prevent It</a:t>
            </a:r>
            <a:endParaRPr lang="en-US" dirty="0">
              <a:solidFill>
                <a:schemeClr val="bg1"/>
              </a:solidFill>
            </a:endParaRPr>
          </a:p>
        </p:txBody>
      </p:sp>
      <p:sp>
        <p:nvSpPr>
          <p:cNvPr id="3" name="Subtitle 2"/>
          <p:cNvSpPr>
            <a:spLocks noGrp="1"/>
          </p:cNvSpPr>
          <p:nvPr>
            <p:ph type="subTitle" idx="1"/>
          </p:nvPr>
        </p:nvSpPr>
        <p:spPr>
          <a:xfrm>
            <a:off x="199453" y="4558264"/>
            <a:ext cx="9144000" cy="1655762"/>
          </a:xfrm>
        </p:spPr>
        <p:txBody>
          <a:bodyPr vert="horz" lIns="91440" tIns="45720" rIns="91440" bIns="45720" rtlCol="0" anchor="t">
            <a:normAutofit/>
          </a:bodyPr>
          <a:lstStyle/>
          <a:p>
            <a:pPr algn="l"/>
            <a:r>
              <a:rPr lang="en-US" b="1">
                <a:solidFill>
                  <a:schemeClr val="bg1"/>
                </a:solidFill>
              </a:rPr>
              <a:t>Kaiden Kavanaugh </a:t>
            </a:r>
            <a:endParaRPr lang="en-US"/>
          </a:p>
          <a:p>
            <a:pPr algn="l"/>
            <a:r>
              <a:rPr lang="en-US" b="1">
                <a:solidFill>
                  <a:schemeClr val="bg1"/>
                </a:solidFill>
              </a:rPr>
              <a:t>IT Pathways </a:t>
            </a:r>
          </a:p>
          <a:p>
            <a:pPr algn="l"/>
            <a:r>
              <a:rPr lang="en-US" b="1">
                <a:solidFill>
                  <a:schemeClr val="bg1"/>
                </a:solidFill>
              </a:rPr>
              <a:t>Oct. 19, 2026</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11D7F3E-8346-E3E7-9153-959675F90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5C85C4-BB57-75AE-EAA6-9870E57353B9}"/>
              </a:ext>
            </a:extLst>
          </p:cNvPr>
          <p:cNvSpPr>
            <a:spLocks noGrp="1"/>
          </p:cNvSpPr>
          <p:nvPr>
            <p:ph type="title"/>
          </p:nvPr>
        </p:nvSpPr>
        <p:spPr/>
        <p:txBody>
          <a:bodyPr/>
          <a:lstStyle/>
          <a:p>
            <a:r>
              <a:rPr lang="en-US">
                <a:solidFill>
                  <a:schemeClr val="bg1"/>
                </a:solidFill>
              </a:rPr>
              <a:t>What is Phishing?</a:t>
            </a:r>
            <a:endParaRPr lang="en-US"/>
          </a:p>
        </p:txBody>
      </p:sp>
      <p:sp>
        <p:nvSpPr>
          <p:cNvPr id="3" name="Content Placeholder 2">
            <a:extLst>
              <a:ext uri="{FF2B5EF4-FFF2-40B4-BE49-F238E27FC236}">
                <a16:creationId xmlns:a16="http://schemas.microsoft.com/office/drawing/2014/main" id="{924EFD0D-B3B4-609B-0C1F-3B8D861FB3E0}"/>
              </a:ext>
            </a:extLst>
          </p:cNvPr>
          <p:cNvSpPr>
            <a:spLocks noGrp="1"/>
          </p:cNvSpPr>
          <p:nvPr>
            <p:ph idx="1"/>
          </p:nvPr>
        </p:nvSpPr>
        <p:spPr>
          <a:xfrm>
            <a:off x="838200" y="1825625"/>
            <a:ext cx="9663885" cy="4351338"/>
          </a:xfrm>
        </p:spPr>
        <p:txBody>
          <a:bodyPr vert="horz" lIns="91440" tIns="45720" rIns="91440" bIns="45720" rtlCol="0" anchor="t">
            <a:normAutofit/>
          </a:bodyPr>
          <a:lstStyle/>
          <a:p>
            <a:pPr marL="0" indent="0">
              <a:buNone/>
            </a:pPr>
            <a:r>
              <a:rPr lang="en-US" sz="2400" dirty="0">
                <a:solidFill>
                  <a:schemeClr val="bg1"/>
                </a:solidFill>
                <a:ea typeface="+mn-lt"/>
                <a:cs typeface="+mn-lt"/>
              </a:rPr>
              <a:t>  Phishing</a:t>
            </a:r>
            <a:r>
              <a:rPr lang="en-US" sz="2400" dirty="0">
                <a:solidFill>
                  <a:schemeClr val="bg1"/>
                </a:solidFill>
              </a:rPr>
              <a:t> is a decades old cyberattack that is used by people all around the world to this day. Scammers use social engineering and impersonation in order to retrieve sensitive data, or install malware onto people's computers.</a:t>
            </a:r>
          </a:p>
          <a:p>
            <a:pPr marL="0" indent="0">
              <a:buNone/>
            </a:pPr>
            <a:endParaRPr lang="en-US" sz="2400" dirty="0">
              <a:solidFill>
                <a:schemeClr val="bg1"/>
              </a:solidFill>
            </a:endParaRPr>
          </a:p>
          <a:p>
            <a:pPr marL="0" indent="0">
              <a:buNone/>
            </a:pPr>
            <a:r>
              <a:rPr lang="en-US" sz="2400">
                <a:solidFill>
                  <a:schemeClr val="bg1"/>
                </a:solidFill>
              </a:rPr>
              <a:t>  Email phishing is the most common type of phishing attack. This is when an attacker sends out fraudulent emails related to invoices, security alerts, or even shipping updates. Their goal is generally to steal your login credentials, personal information or payment data.</a:t>
            </a:r>
          </a:p>
        </p:txBody>
      </p:sp>
    </p:spTree>
    <p:extLst>
      <p:ext uri="{BB962C8B-B14F-4D97-AF65-F5344CB8AC3E}">
        <p14:creationId xmlns:p14="http://schemas.microsoft.com/office/powerpoint/2010/main" val="164960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F24A5-A8BA-E997-47AA-5468D0C9EFDD}"/>
              </a:ext>
            </a:extLst>
          </p:cNvPr>
          <p:cNvSpPr>
            <a:spLocks noGrp="1"/>
          </p:cNvSpPr>
          <p:nvPr>
            <p:ph type="title"/>
          </p:nvPr>
        </p:nvSpPr>
        <p:spPr/>
        <p:txBody>
          <a:bodyPr/>
          <a:lstStyle/>
          <a:p>
            <a:r>
              <a:rPr lang="en-US" dirty="0">
                <a:solidFill>
                  <a:schemeClr val="bg1"/>
                </a:solidFill>
              </a:rPr>
              <a:t>Why is </a:t>
            </a:r>
            <a:r>
              <a:rPr lang="en-US">
                <a:solidFill>
                  <a:schemeClr val="bg1"/>
                </a:solidFill>
              </a:rPr>
              <a:t>this important</a:t>
            </a:r>
            <a:r>
              <a:rPr lang="en-US" dirty="0">
                <a:solidFill>
                  <a:schemeClr val="bg1"/>
                </a:solidFill>
              </a:rPr>
              <a:t>?</a:t>
            </a:r>
          </a:p>
        </p:txBody>
      </p:sp>
      <p:sp>
        <p:nvSpPr>
          <p:cNvPr id="3" name="Content Placeholder 2">
            <a:extLst>
              <a:ext uri="{FF2B5EF4-FFF2-40B4-BE49-F238E27FC236}">
                <a16:creationId xmlns:a16="http://schemas.microsoft.com/office/drawing/2014/main" id="{912B111D-FF0E-1B76-F5BE-6A20E8A58261}"/>
              </a:ext>
            </a:extLst>
          </p:cNvPr>
          <p:cNvSpPr>
            <a:spLocks noGrp="1"/>
          </p:cNvSpPr>
          <p:nvPr>
            <p:ph idx="1"/>
          </p:nvPr>
        </p:nvSpPr>
        <p:spPr>
          <a:xfrm>
            <a:off x="612820" y="1825625"/>
            <a:ext cx="8000366" cy="4351338"/>
          </a:xfrm>
        </p:spPr>
        <p:txBody>
          <a:bodyPr vert="horz" lIns="91440" tIns="45720" rIns="91440" bIns="45720" rtlCol="0" anchor="t">
            <a:normAutofit lnSpcReduction="10000"/>
          </a:bodyPr>
          <a:lstStyle/>
          <a:p>
            <a:pPr marL="0" indent="0">
              <a:buNone/>
            </a:pPr>
            <a:r>
              <a:rPr lang="en-US" sz="2400" dirty="0">
                <a:solidFill>
                  <a:schemeClr val="bg1"/>
                </a:solidFill>
                <a:ea typeface="+mn-lt"/>
                <a:cs typeface="+mn-lt"/>
              </a:rPr>
              <a:t>  Phishing attacks target everyone, whether it be an individual internet user, a small business or a mega corporation. If someone uses the internet regularly with no information regarding these attacks, it's more </a:t>
            </a:r>
            <a:r>
              <a:rPr lang="en-US" sz="2400">
                <a:solidFill>
                  <a:schemeClr val="bg1"/>
                </a:solidFill>
                <a:ea typeface="+mn-lt"/>
                <a:cs typeface="+mn-lt"/>
              </a:rPr>
              <a:t>than likely they will fall victim to phishing.</a:t>
            </a:r>
          </a:p>
          <a:p>
            <a:pPr marL="0" indent="0">
              <a:buNone/>
            </a:pPr>
            <a:endParaRPr lang="en-US" sz="2400" dirty="0">
              <a:solidFill>
                <a:schemeClr val="bg1"/>
              </a:solidFill>
            </a:endParaRPr>
          </a:p>
          <a:p>
            <a:pPr marL="0" indent="0">
              <a:buNone/>
            </a:pPr>
            <a:r>
              <a:rPr lang="en-US" sz="2400" dirty="0">
                <a:solidFill>
                  <a:schemeClr val="bg1"/>
                </a:solidFill>
              </a:rPr>
              <a:t>  These attacks target credentials, databases, personal information and financial information. The reason hospitals employ cybersecurity personnel is because attackers can and do attempt to breach databases in order to retrieve medical records. When this happens, it's detrimental to the people exposed in these breaches, and the business' reputation.</a:t>
            </a:r>
          </a:p>
        </p:txBody>
      </p:sp>
      <p:pic>
        <p:nvPicPr>
          <p:cNvPr id="4" name="Picture 3" descr="Hospital Server Room - Cool Breeze Rentals New Zealand">
            <a:extLst>
              <a:ext uri="{FF2B5EF4-FFF2-40B4-BE49-F238E27FC236}">
                <a16:creationId xmlns:a16="http://schemas.microsoft.com/office/drawing/2014/main" id="{243B8D71-0F39-BB39-2B96-9BDDE69CC71E}"/>
              </a:ext>
            </a:extLst>
          </p:cNvPr>
          <p:cNvPicPr>
            <a:picLocks noChangeAspect="1"/>
          </p:cNvPicPr>
          <p:nvPr/>
        </p:nvPicPr>
        <p:blipFill>
          <a:blip r:embed="rId2"/>
          <a:stretch>
            <a:fillRect/>
          </a:stretch>
        </p:blipFill>
        <p:spPr>
          <a:xfrm>
            <a:off x="8854187" y="1341548"/>
            <a:ext cx="3015878" cy="2983607"/>
          </a:xfrm>
          <a:prstGeom prst="rect">
            <a:avLst/>
          </a:prstGeom>
        </p:spPr>
      </p:pic>
      <p:sp>
        <p:nvSpPr>
          <p:cNvPr id="5" name="TextBox 4">
            <a:extLst>
              <a:ext uri="{FF2B5EF4-FFF2-40B4-BE49-F238E27FC236}">
                <a16:creationId xmlns:a16="http://schemas.microsoft.com/office/drawing/2014/main" id="{0242AE5A-8395-827D-CC24-2CEA11A93D88}"/>
              </a:ext>
            </a:extLst>
          </p:cNvPr>
          <p:cNvSpPr txBox="1"/>
          <p:nvPr/>
        </p:nvSpPr>
        <p:spPr>
          <a:xfrm>
            <a:off x="8854225" y="4325154"/>
            <a:ext cx="301151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dirty="0">
                <a:solidFill>
                  <a:schemeClr val="bg1"/>
                </a:solidFill>
              </a:rPr>
              <a:t>https://coolbreeze.co.nz/hospital-server-room/</a:t>
            </a:r>
          </a:p>
        </p:txBody>
      </p:sp>
    </p:spTree>
    <p:extLst>
      <p:ext uri="{BB962C8B-B14F-4D97-AF65-F5344CB8AC3E}">
        <p14:creationId xmlns:p14="http://schemas.microsoft.com/office/powerpoint/2010/main" val="3254271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244CC19-0281-A29B-3AD0-A5F3D45CD5E1}"/>
              </a:ext>
            </a:extLst>
          </p:cNvPr>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p>
        </p:txBody>
      </p:sp>
      <p:pic>
        <p:nvPicPr>
          <p:cNvPr id="5" name="Picture 4" descr="Screenshot of a phishing email impersonating AARP.">
            <a:extLst>
              <a:ext uri="{FF2B5EF4-FFF2-40B4-BE49-F238E27FC236}">
                <a16:creationId xmlns:a16="http://schemas.microsoft.com/office/drawing/2014/main" id="{884419D9-727F-C4E4-633F-39C321A7435A}"/>
              </a:ext>
            </a:extLst>
          </p:cNvPr>
          <p:cNvPicPr>
            <a:picLocks noChangeAspect="1"/>
          </p:cNvPicPr>
          <p:nvPr/>
        </p:nvPicPr>
        <p:blipFill>
          <a:blip r:embed="rId2"/>
          <a:stretch>
            <a:fillRect/>
          </a:stretch>
        </p:blipFill>
        <p:spPr>
          <a:xfrm>
            <a:off x="1503780" y="27709"/>
            <a:ext cx="9226005" cy="6830291"/>
          </a:xfrm>
          <a:prstGeom prst="rect">
            <a:avLst/>
          </a:prstGeom>
        </p:spPr>
      </p:pic>
    </p:spTree>
    <p:extLst>
      <p:ext uri="{BB962C8B-B14F-4D97-AF65-F5344CB8AC3E}">
        <p14:creationId xmlns:p14="http://schemas.microsoft.com/office/powerpoint/2010/main" val="3370694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a:extLst>
            <a:ext uri="{FF2B5EF4-FFF2-40B4-BE49-F238E27FC236}">
              <a16:creationId xmlns:a16="http://schemas.microsoft.com/office/drawing/2014/main" id="{151A9B38-0DB4-47D1-0DDD-7E78E1E5B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79383-FE50-665A-6AE0-CE4045784926}"/>
              </a:ext>
            </a:extLst>
          </p:cNvPr>
          <p:cNvSpPr>
            <a:spLocks noGrp="1"/>
          </p:cNvSpPr>
          <p:nvPr>
            <p:ph type="title"/>
          </p:nvPr>
        </p:nvSpPr>
        <p:spPr/>
        <p:txBody>
          <a:bodyPr/>
          <a:lstStyle/>
          <a:p>
            <a:r>
              <a:rPr lang="en-US">
                <a:solidFill>
                  <a:schemeClr val="bg1"/>
                </a:solidFill>
              </a:rPr>
              <a:t>Cost Analysis</a:t>
            </a:r>
          </a:p>
        </p:txBody>
      </p:sp>
      <p:sp>
        <p:nvSpPr>
          <p:cNvPr id="3" name="Content Placeholder 2">
            <a:extLst>
              <a:ext uri="{FF2B5EF4-FFF2-40B4-BE49-F238E27FC236}">
                <a16:creationId xmlns:a16="http://schemas.microsoft.com/office/drawing/2014/main" id="{F6FE3E59-D58B-5480-4437-7B089105C6CE}"/>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sz="2400" dirty="0">
                <a:solidFill>
                  <a:schemeClr val="bg1"/>
                </a:solidFill>
                <a:ea typeface="+mn-lt"/>
                <a:cs typeface="+mn-lt"/>
                <a:hlinkClick r:id="rId2">
                  <a:extLst>
                    <a:ext uri="{A12FA001-AC4F-418D-AE19-62706E023703}">
                      <ahyp:hlinkClr xmlns:ahyp="http://schemas.microsoft.com/office/drawing/2018/hyperlinkcolor" val="tx"/>
                    </a:ext>
                  </a:extLst>
                </a:hlinkClick>
              </a:rPr>
              <a:t>1. Amazon: Mini Projector</a:t>
            </a:r>
            <a:r>
              <a:rPr lang="en-US" sz="2400" dirty="0">
                <a:solidFill>
                  <a:schemeClr val="bg1"/>
                </a:solidFill>
                <a:ea typeface="+mn-lt"/>
                <a:cs typeface="+mn-lt"/>
              </a:rPr>
              <a:t> | $46.88, 130 inch display</a:t>
            </a:r>
            <a:endParaRPr lang="en-US">
              <a:solidFill>
                <a:schemeClr val="bg1"/>
              </a:solidFill>
              <a:ea typeface="+mn-lt"/>
              <a:cs typeface="+mn-lt"/>
            </a:endParaRPr>
          </a:p>
          <a:p>
            <a:pPr marL="0" indent="0">
              <a:buNone/>
            </a:pPr>
            <a:r>
              <a:rPr lang="en-US" sz="2400" dirty="0">
                <a:solidFill>
                  <a:schemeClr val="bg1"/>
                </a:solidFill>
                <a:ea typeface="+mn-lt"/>
                <a:cs typeface="+mn-lt"/>
                <a:hlinkClick r:id="rId3">
                  <a:extLst>
                    <a:ext uri="{A12FA001-AC4F-418D-AE19-62706E023703}">
                      <ahyp:hlinkClr xmlns:ahyp="http://schemas.microsoft.com/office/drawing/2018/hyperlinkcolor" val="tx"/>
                    </a:ext>
                  </a:extLst>
                </a:hlinkClick>
              </a:rPr>
              <a:t>2. Amazon: Epson EpiqVision Flex CO-W01 Portable Projector</a:t>
            </a:r>
            <a:r>
              <a:rPr lang="en-US" sz="2400" dirty="0">
                <a:solidFill>
                  <a:schemeClr val="bg1"/>
                </a:solidFill>
                <a:ea typeface="+mn-lt"/>
                <a:cs typeface="+mn-lt"/>
              </a:rPr>
              <a:t>| $329.99, </a:t>
            </a:r>
            <a:br>
              <a:rPr lang="en-US" sz="2400" dirty="0">
                <a:solidFill>
                  <a:schemeClr val="bg1"/>
                </a:solidFill>
                <a:ea typeface="+mn-lt"/>
                <a:cs typeface="+mn-lt"/>
              </a:rPr>
            </a:br>
            <a:r>
              <a:rPr lang="en-US" sz="2400" dirty="0">
                <a:solidFill>
                  <a:schemeClr val="bg1"/>
                </a:solidFill>
                <a:ea typeface="+mn-lt"/>
                <a:cs typeface="+mn-lt"/>
              </a:rPr>
              <a:t>300 inch display</a:t>
            </a:r>
            <a:endParaRPr lang="en-US" dirty="0">
              <a:solidFill>
                <a:schemeClr val="bg1"/>
              </a:solidFill>
            </a:endParaRPr>
          </a:p>
          <a:p>
            <a:pPr marL="0" indent="0">
              <a:buNone/>
            </a:pPr>
            <a:r>
              <a:rPr lang="en-US" sz="2400" dirty="0">
                <a:solidFill>
                  <a:schemeClr val="bg1"/>
                </a:solidFill>
              </a:rPr>
              <a:t>1. IT Computer Support Specialist sets up projector, $35/</a:t>
            </a:r>
            <a:r>
              <a:rPr lang="en-US" sz="2400" dirty="0" err="1">
                <a:solidFill>
                  <a:schemeClr val="bg1"/>
                </a:solidFill>
              </a:rPr>
              <a:t>hr</a:t>
            </a:r>
            <a:r>
              <a:rPr lang="en-US" sz="2400" dirty="0">
                <a:solidFill>
                  <a:schemeClr val="bg1"/>
                </a:solidFill>
              </a:rPr>
              <a:t> | $35</a:t>
            </a:r>
            <a:endParaRPr lang="en-US" dirty="0">
              <a:solidFill>
                <a:schemeClr val="bg1"/>
              </a:solidFill>
            </a:endParaRPr>
          </a:p>
          <a:p>
            <a:pPr>
              <a:buNone/>
            </a:pPr>
            <a:r>
              <a:rPr lang="en-US" sz="2400">
                <a:solidFill>
                  <a:schemeClr val="bg1"/>
                </a:solidFill>
              </a:rPr>
              <a:t>1. Labor: 30 people, average hourly wage of $35/</a:t>
            </a:r>
            <a:r>
              <a:rPr lang="en-US" sz="2400" err="1">
                <a:solidFill>
                  <a:schemeClr val="bg1"/>
                </a:solidFill>
              </a:rPr>
              <a:t>hr</a:t>
            </a:r>
            <a:r>
              <a:rPr lang="en-US" sz="2400" dirty="0">
                <a:solidFill>
                  <a:schemeClr val="bg1"/>
                </a:solidFill>
              </a:rPr>
              <a:t> | $1,050</a:t>
            </a:r>
            <a:endParaRPr lang="en-US" dirty="0">
              <a:solidFill>
                <a:schemeClr val="bg1"/>
              </a:solidFill>
            </a:endParaRPr>
          </a:p>
          <a:p>
            <a:pPr marL="0" indent="0">
              <a:buNone/>
            </a:pPr>
            <a:r>
              <a:rPr lang="en-US" sz="2400" dirty="0">
                <a:solidFill>
                  <a:schemeClr val="bg1"/>
                </a:solidFill>
              </a:rPr>
              <a:t>2. Labor: 150 people, average hourly wage of $40/</a:t>
            </a:r>
            <a:r>
              <a:rPr lang="en-US" sz="2400" dirty="0" err="1">
                <a:solidFill>
                  <a:schemeClr val="bg1"/>
                </a:solidFill>
              </a:rPr>
              <a:t>hr</a:t>
            </a:r>
            <a:r>
              <a:rPr lang="en-US" sz="2400" dirty="0">
                <a:solidFill>
                  <a:schemeClr val="bg1"/>
                </a:solidFill>
              </a:rPr>
              <a:t> | $6,000</a:t>
            </a:r>
          </a:p>
          <a:p>
            <a:pPr marL="0" indent="0">
              <a:buNone/>
            </a:pPr>
            <a:r>
              <a:rPr lang="en-US" sz="2400">
                <a:solidFill>
                  <a:schemeClr val="bg1"/>
                </a:solidFill>
              </a:rPr>
              <a:t>Total project cost with the three first options (Mini Projector, IT CSS and 30 people in attendance): $1131.88</a:t>
            </a:r>
          </a:p>
          <a:p>
            <a:pPr marL="0" indent="0">
              <a:buNone/>
            </a:pPr>
            <a:r>
              <a:rPr lang="en-US" sz="2400" dirty="0">
                <a:solidFill>
                  <a:schemeClr val="bg1"/>
                </a:solidFill>
              </a:rPr>
              <a:t>  These costs make sense because generally before scaling this project up, the businesses you make this presentation to are not going to have an IT </a:t>
            </a:r>
            <a:r>
              <a:rPr lang="en-US" sz="2400">
                <a:solidFill>
                  <a:schemeClr val="bg1"/>
                </a:solidFill>
              </a:rPr>
              <a:t>department with more than 50 people. We can confidently go with the lower cost options (smaller projector for smaller audience) until we scale up.</a:t>
            </a:r>
            <a:endParaRPr lang="en-US" sz="2400" dirty="0">
              <a:solidFill>
                <a:schemeClr val="bg1"/>
              </a:solidFill>
            </a:endParaRPr>
          </a:p>
        </p:txBody>
      </p:sp>
    </p:spTree>
    <p:extLst>
      <p:ext uri="{BB962C8B-B14F-4D97-AF65-F5344CB8AC3E}">
        <p14:creationId xmlns:p14="http://schemas.microsoft.com/office/powerpoint/2010/main" val="3984481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F906C2C-7F66-BE6E-01D6-696A785B0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7DFAB-1ED2-FD44-4CCE-EC89F87157FA}"/>
              </a:ext>
            </a:extLst>
          </p:cNvPr>
          <p:cNvSpPr>
            <a:spLocks noGrp="1"/>
          </p:cNvSpPr>
          <p:nvPr>
            <p:ph type="title"/>
          </p:nvPr>
        </p:nvSpPr>
        <p:spPr/>
        <p:txBody>
          <a:bodyPr/>
          <a:lstStyle/>
          <a:p>
            <a:r>
              <a:rPr lang="en-US">
                <a:solidFill>
                  <a:schemeClr val="bg1"/>
                </a:solidFill>
              </a:rPr>
              <a:t>Tradeoffs</a:t>
            </a:r>
          </a:p>
        </p:txBody>
      </p:sp>
      <p:sp>
        <p:nvSpPr>
          <p:cNvPr id="3" name="Content Placeholder 2">
            <a:extLst>
              <a:ext uri="{FF2B5EF4-FFF2-40B4-BE49-F238E27FC236}">
                <a16:creationId xmlns:a16="http://schemas.microsoft.com/office/drawing/2014/main" id="{F84239B7-CCA5-60C9-24D5-7E99EE352EC7}"/>
              </a:ext>
            </a:extLst>
          </p:cNvPr>
          <p:cNvSpPr>
            <a:spLocks noGrp="1"/>
          </p:cNvSpPr>
          <p:nvPr>
            <p:ph idx="1"/>
          </p:nvPr>
        </p:nvSpPr>
        <p:spPr>
          <a:xfrm>
            <a:off x="838200" y="1825625"/>
            <a:ext cx="6523150" cy="4351338"/>
          </a:xfrm>
        </p:spPr>
        <p:txBody>
          <a:bodyPr vert="horz" lIns="91440" tIns="45720" rIns="91440" bIns="45720" rtlCol="0" anchor="t">
            <a:normAutofit/>
          </a:bodyPr>
          <a:lstStyle/>
          <a:p>
            <a:pPr marL="0" indent="0">
              <a:buNone/>
            </a:pPr>
            <a:r>
              <a:rPr lang="en-US" sz="2400" dirty="0">
                <a:solidFill>
                  <a:schemeClr val="bg1"/>
                </a:solidFill>
              </a:rPr>
              <a:t>  If we decide to go with the smaller projector, we save $283.11. However, we get a smaller display size. For our purposes, this is a tradeoff worth making. The 130 inch display will be enough for a room of 30 people.</a:t>
            </a:r>
            <a:endParaRPr lang="en-US" dirty="0">
              <a:solidFill>
                <a:schemeClr val="bg1"/>
              </a:solidFill>
            </a:endParaRPr>
          </a:p>
          <a:p>
            <a:pPr marL="0" indent="0">
              <a:buNone/>
            </a:pPr>
            <a:endParaRPr lang="en-US" sz="2400" dirty="0">
              <a:solidFill>
                <a:schemeClr val="bg1"/>
              </a:solidFill>
            </a:endParaRPr>
          </a:p>
        </p:txBody>
      </p:sp>
      <p:pic>
        <p:nvPicPr>
          <p:cNvPr id="4" name="Picture 3" descr="Spectra Projection Shadowscape 130&quot; ALR Fixed Frame Projector Screen f –  ProjectorScreen.com">
            <a:extLst>
              <a:ext uri="{FF2B5EF4-FFF2-40B4-BE49-F238E27FC236}">
                <a16:creationId xmlns:a16="http://schemas.microsoft.com/office/drawing/2014/main" id="{8A9A2327-75F5-E512-A512-67C83E740DE8}"/>
              </a:ext>
            </a:extLst>
          </p:cNvPr>
          <p:cNvPicPr>
            <a:picLocks noChangeAspect="1"/>
          </p:cNvPicPr>
          <p:nvPr/>
        </p:nvPicPr>
        <p:blipFill>
          <a:blip r:embed="rId2"/>
          <a:stretch>
            <a:fillRect/>
          </a:stretch>
        </p:blipFill>
        <p:spPr>
          <a:xfrm>
            <a:off x="8324373" y="783464"/>
            <a:ext cx="2444183" cy="5291071"/>
          </a:xfrm>
          <a:prstGeom prst="rect">
            <a:avLst/>
          </a:prstGeom>
        </p:spPr>
      </p:pic>
    </p:spTree>
    <p:extLst>
      <p:ext uri="{BB962C8B-B14F-4D97-AF65-F5344CB8AC3E}">
        <p14:creationId xmlns:p14="http://schemas.microsoft.com/office/powerpoint/2010/main" val="637039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pic>
        <p:nvPicPr>
          <p:cNvPr id="7" name="Content Placeholder 6" descr="Malicious ad for USPS fishes for banking credentials">
            <a:extLst>
              <a:ext uri="{FF2B5EF4-FFF2-40B4-BE49-F238E27FC236}">
                <a16:creationId xmlns:a16="http://schemas.microsoft.com/office/drawing/2014/main" id="{F160E814-E29A-2E37-2A22-507AF76E22E8}"/>
              </a:ext>
            </a:extLst>
          </p:cNvPr>
          <p:cNvPicPr>
            <a:picLocks noGrp="1" noChangeAspect="1"/>
          </p:cNvPicPr>
          <p:nvPr>
            <p:ph idx="1"/>
          </p:nvPr>
        </p:nvPicPr>
        <p:blipFill>
          <a:blip r:embed="rId2"/>
          <a:stretch>
            <a:fillRect/>
          </a:stretch>
        </p:blipFill>
        <p:spPr>
          <a:xfrm>
            <a:off x="6197908" y="451879"/>
            <a:ext cx="5538012" cy="4351338"/>
          </a:xfrm>
          <a:prstGeom prst="rect">
            <a:avLst/>
          </a:prstGeom>
        </p:spPr>
      </p:pic>
      <p:sp>
        <p:nvSpPr>
          <p:cNvPr id="5" name="Title 1">
            <a:extLst>
              <a:ext uri="{FF2B5EF4-FFF2-40B4-BE49-F238E27FC236}">
                <a16:creationId xmlns:a16="http://schemas.microsoft.com/office/drawing/2014/main" id="{B439AACA-450C-3869-C2AE-567CC68BDD17}"/>
              </a:ext>
            </a:extLst>
          </p:cNvPr>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p>
        </p:txBody>
      </p:sp>
      <p:sp>
        <p:nvSpPr>
          <p:cNvPr id="6" name="Title 1">
            <a:extLst>
              <a:ext uri="{FF2B5EF4-FFF2-40B4-BE49-F238E27FC236}">
                <a16:creationId xmlns:a16="http://schemas.microsoft.com/office/drawing/2014/main" id="{971C5732-A2CB-297B-8A48-247B76514008}"/>
              </a:ext>
            </a:extLst>
          </p:cNvPr>
          <p:cNvSpPr>
            <a:spLocks noGrp="1"/>
          </p:cNvSpPr>
          <p:nvPr/>
        </p:nvSpPr>
        <p:spPr>
          <a:xfrm>
            <a:off x="838200" y="365125"/>
            <a:ext cx="10515600"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TextBox 7">
            <a:extLst>
              <a:ext uri="{FF2B5EF4-FFF2-40B4-BE49-F238E27FC236}">
                <a16:creationId xmlns:a16="http://schemas.microsoft.com/office/drawing/2014/main" id="{BC34F8FA-8D6A-C5D3-350C-7BE8A8D3571B}"/>
              </a:ext>
            </a:extLst>
          </p:cNvPr>
          <p:cNvSpPr txBox="1"/>
          <p:nvPr/>
        </p:nvSpPr>
        <p:spPr>
          <a:xfrm>
            <a:off x="6095999" y="4808112"/>
            <a:ext cx="574827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dirty="0">
                <a:solidFill>
                  <a:schemeClr val="bg1"/>
                </a:solidFill>
              </a:rPr>
              <a:t>https://www.malwarebytes.com/blog/threat-intel/2023/07/malicious-ad-for-usps-phishes-for-jpmorgan-chase-credentials</a:t>
            </a:r>
          </a:p>
        </p:txBody>
      </p:sp>
      <p:sp>
        <p:nvSpPr>
          <p:cNvPr id="9" name="TextBox 8">
            <a:extLst>
              <a:ext uri="{FF2B5EF4-FFF2-40B4-BE49-F238E27FC236}">
                <a16:creationId xmlns:a16="http://schemas.microsoft.com/office/drawing/2014/main" id="{776590B9-014A-AC96-BBC6-748DE928DEAF}"/>
              </a:ext>
            </a:extLst>
          </p:cNvPr>
          <p:cNvSpPr txBox="1"/>
          <p:nvPr/>
        </p:nvSpPr>
        <p:spPr>
          <a:xfrm>
            <a:off x="568815" y="1695718"/>
            <a:ext cx="4954074"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bg1"/>
                </a:solidFill>
                <a:ea typeface="+mn-lt"/>
                <a:cs typeface="+mn-lt"/>
              </a:rPr>
              <a:t>  In 2020, a smishing (SMS fishing) campaign used the United States Post Office (USPS) as a front for an attack. Cybercriminals sent SMS messages that told recipients they should click a link to view important information about an upcoming USPS delivery. The malicious link actually took victims to various web pages designed to steal their Google </a:t>
            </a:r>
            <a:r>
              <a:rPr lang="en-US" sz="2400">
                <a:solidFill>
                  <a:schemeClr val="bg1"/>
                </a:solidFill>
                <a:ea typeface="+mn-lt"/>
                <a:cs typeface="+mn-lt"/>
              </a:rPr>
              <a:t>account credentials and even financial information.</a:t>
            </a:r>
            <a:endParaRPr lang="en-US" sz="2400">
              <a:solidFill>
                <a:schemeClr val="bg1"/>
              </a:solidFill>
            </a:endParaRPr>
          </a:p>
        </p:txBody>
      </p:sp>
      <p:sp>
        <p:nvSpPr>
          <p:cNvPr id="10" name="TextBox 9">
            <a:extLst>
              <a:ext uri="{FF2B5EF4-FFF2-40B4-BE49-F238E27FC236}">
                <a16:creationId xmlns:a16="http://schemas.microsoft.com/office/drawing/2014/main" id="{92539AA6-D087-BA18-BAC7-B9AF3C710462}"/>
              </a:ext>
            </a:extLst>
          </p:cNvPr>
          <p:cNvSpPr txBox="1"/>
          <p:nvPr/>
        </p:nvSpPr>
        <p:spPr>
          <a:xfrm>
            <a:off x="837126" y="579549"/>
            <a:ext cx="27432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a:solidFill>
                  <a:schemeClr val="bg1"/>
                </a:solidFill>
              </a:rPr>
              <a:t>Showcase</a:t>
            </a:r>
          </a:p>
        </p:txBody>
      </p:sp>
    </p:spTree>
    <p:extLst>
      <p:ext uri="{BB962C8B-B14F-4D97-AF65-F5344CB8AC3E}">
        <p14:creationId xmlns:p14="http://schemas.microsoft.com/office/powerpoint/2010/main" val="1869258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B097E-3507-0781-D36B-4EA0441DB81D}"/>
              </a:ext>
            </a:extLst>
          </p:cNvPr>
          <p:cNvSpPr>
            <a:spLocks noGrp="1"/>
          </p:cNvSpPr>
          <p:nvPr>
            <p:ph type="title"/>
          </p:nvPr>
        </p:nvSpPr>
        <p:spPr/>
        <p:txBody>
          <a:bodyPr/>
          <a:lstStyle/>
          <a:p>
            <a:r>
              <a:rPr lang="en-US">
                <a:solidFill>
                  <a:schemeClr val="bg1"/>
                </a:solidFill>
              </a:rPr>
              <a:t>Sources</a:t>
            </a:r>
          </a:p>
        </p:txBody>
      </p:sp>
      <p:sp>
        <p:nvSpPr>
          <p:cNvPr id="3" name="Content Placeholder 2">
            <a:extLst>
              <a:ext uri="{FF2B5EF4-FFF2-40B4-BE49-F238E27FC236}">
                <a16:creationId xmlns:a16="http://schemas.microsoft.com/office/drawing/2014/main" id="{9783FA40-F627-ADEB-1EE0-A74E2F59983A}"/>
              </a:ext>
            </a:extLst>
          </p:cNvPr>
          <p:cNvSpPr>
            <a:spLocks noGrp="1"/>
          </p:cNvSpPr>
          <p:nvPr>
            <p:ph idx="1"/>
          </p:nvPr>
        </p:nvSpPr>
        <p:spPr/>
        <p:txBody>
          <a:bodyPr vert="horz" lIns="91440" tIns="45720" rIns="91440" bIns="45720" rtlCol="0" anchor="t">
            <a:normAutofit/>
          </a:bodyPr>
          <a:lstStyle/>
          <a:p>
            <a:r>
              <a:rPr lang="en-US" dirty="0">
                <a:solidFill>
                  <a:schemeClr val="bg1"/>
                </a:solidFill>
                <a:hlinkClick r:id="rId2">
                  <a:extLst>
                    <a:ext uri="{A12FA001-AC4F-418D-AE19-62706E023703}">
                      <ahyp:hlinkClr xmlns:ahyp="http://schemas.microsoft.com/office/drawing/2018/hyperlinkcolor" val="tx"/>
                    </a:ext>
                  </a:extLst>
                </a:hlinkClick>
              </a:rPr>
              <a:t>https://www.cloudflare.com/learning/access-management/phishing-attack/</a:t>
            </a:r>
            <a:endParaRPr lang="en-US" dirty="0">
              <a:solidFill>
                <a:schemeClr val="bg1"/>
              </a:solidFill>
            </a:endParaRPr>
          </a:p>
          <a:p>
            <a:r>
              <a:rPr lang="en-US" dirty="0">
                <a:solidFill>
                  <a:schemeClr val="bg1"/>
                </a:solidFill>
                <a:hlinkClick r:id="rId3">
                  <a:extLst>
                    <a:ext uri="{A12FA001-AC4F-418D-AE19-62706E023703}">
                      <ahyp:hlinkClr xmlns:ahyp="http://schemas.microsoft.com/office/drawing/2018/hyperlinkcolor" val="tx"/>
                    </a:ext>
                  </a:extLst>
                </a:hlinkClick>
              </a:rPr>
              <a:t>https://www.bluevoyant.com/knowledge-center/8-devastating-phishing-attack-examples-and-prevention-tips</a:t>
            </a:r>
            <a:endParaRPr lang="en-US" dirty="0">
              <a:solidFill>
                <a:schemeClr val="bg1"/>
              </a:solidFill>
            </a:endParaRPr>
          </a:p>
          <a:p>
            <a:r>
              <a:rPr lang="en-US" dirty="0">
                <a:solidFill>
                  <a:schemeClr val="bg1"/>
                </a:solidFill>
                <a:hlinkClick r:id="rId4">
                  <a:extLst>
                    <a:ext uri="{A12FA001-AC4F-418D-AE19-62706E023703}">
                      <ahyp:hlinkClr xmlns:ahyp="http://schemas.microsoft.com/office/drawing/2018/hyperlinkcolor" val="tx"/>
                    </a:ext>
                  </a:extLst>
                </a:hlinkClick>
              </a:rPr>
              <a:t>https://coolbreeze.co.nz/hospital-server-room/</a:t>
            </a:r>
            <a:endParaRPr lang="en-US">
              <a:solidFill>
                <a:schemeClr val="bg1"/>
              </a:solidFill>
            </a:endParaRPr>
          </a:p>
          <a:p>
            <a:r>
              <a:rPr lang="en-US" dirty="0">
                <a:solidFill>
                  <a:schemeClr val="bg1"/>
                </a:solidFill>
                <a:hlinkClick r:id="rId5">
                  <a:extLst>
                    <a:ext uri="{A12FA001-AC4F-418D-AE19-62706E023703}">
                      <ahyp:hlinkClr xmlns:ahyp="http://schemas.microsoft.com/office/drawing/2018/hyperlinkcolor" val="tx"/>
                    </a:ext>
                  </a:extLst>
                </a:hlinkClick>
              </a:rPr>
              <a:t>https://www.malwarebytes.com/blog/threat-intel/2023/07/malicious-ad-for-usps-phishes-for-jpmorgan-chase-credentials</a:t>
            </a:r>
            <a:endParaRPr lang="en-US">
              <a:solidFill>
                <a:schemeClr val="bg1"/>
              </a:solidFill>
            </a:endParaRP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40727021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The Dangers of Phishing and How to Prevent It</vt:lpstr>
      <vt:lpstr>What is Phishing?</vt:lpstr>
      <vt:lpstr>Why is this important?</vt:lpstr>
      <vt:lpstr>PowerPoint Presentation</vt:lpstr>
      <vt:lpstr>Cost Analysis</vt:lpstr>
      <vt:lpstr>Tradeoffs</vt:lpstr>
      <vt:lpstr>PowerPoint Presentation</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344</cp:revision>
  <dcterms:created xsi:type="dcterms:W3CDTF">2026-10-19T17:06:25Z</dcterms:created>
  <dcterms:modified xsi:type="dcterms:W3CDTF">2026-10-20T09:08:40Z</dcterms:modified>
</cp:coreProperties>
</file>